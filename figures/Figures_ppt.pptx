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34"/>
    <p:restoredTop sz="94686"/>
  </p:normalViewPr>
  <p:slideViewPr>
    <p:cSldViewPr snapToGrid="0">
      <p:cViewPr varScale="1">
        <p:scale>
          <a:sx n="93" d="100"/>
          <a:sy n="93" d="100"/>
        </p:scale>
        <p:origin x="22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B3200-16EE-2E4B-9C1C-C0458DE43726}" type="datetimeFigureOut">
              <a:rPr lang="en-US" smtClean="0"/>
              <a:t>7/5/23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D3B1D-382D-BC42-8C8D-AC535D65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D3B1D-382D-BC42-8C8D-AC535D65DC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6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90408-0E6E-6738-1B8A-0C6E73158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5D1C7-09E6-238F-E53E-AB0BDCCF6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97646-DF65-EB01-3E9B-217A5B9C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2AF8-81E7-31E8-CE94-020FA3E5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071C-2A42-E1D6-0D9F-8AF19168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5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DEB4-7463-CAF5-EDC9-FEC5DA20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8A90-1628-08E8-1C2B-22D1BBD23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FC9B3-95DA-49D5-D760-A90FF8D5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AFF52-169D-D608-5F0E-44E5AEC0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0C4BE-B7AC-7A72-9BEE-3972D4F3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2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D3E6-5F1D-41B1-077B-22A3E694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3785-6DAE-5BE4-C6F3-4AD14E3FA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A19B7-22DA-96E3-F52C-3322E724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C10-47E8-25CA-A405-213725935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53F3F-0FA0-CF9E-FEEA-39EC73C6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0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CC272-8598-DA0B-B95A-B5061306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0472-F949-7BC2-ACF2-045D86ABD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5B8A5-625A-C126-5866-C46EE960D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30305-59CA-DBE6-643D-E5E099F1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05B5B-994F-D2A4-4E2D-695988FF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F2B2D-B889-3960-B3C8-8B4ADF16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078F-CA36-7E9F-0D39-BDBDEA702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67439-C59A-64E3-26FD-BA2C15EDD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E0924-0D91-98DA-EAAC-FB42E5297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AAEC2-9C58-8BE2-4CF8-73E6F0D43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9FD2B-80B2-A6C7-DA17-7D43D690C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7384D-F9D3-44B4-2CD6-3AB0D4820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981BF0-D448-4A2A-8826-2CE0DFC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5B2B5-C319-EFE1-5F08-142424EB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6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DB48-78A8-5739-E5A7-9A8033C0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A5FC8-B104-CA6D-C0BD-6A32ABEF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2D9BE-A3A0-70D7-3794-E8AA24C2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FDCF4-3DCD-36DC-1DFE-604C7C46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E2CE1-84F5-16DB-FC80-4BAE7125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6C04E-A90D-54E0-97B6-27530F0A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ACC14-8550-21F6-32F5-208DD6D2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6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A4FC-A90E-003B-AC4F-EEA7836D0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BB19-338F-037E-3F4A-373347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CF668-1E14-86D4-D5AF-1D879E1FB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3F35E-7DA3-52E9-3722-0B6D9D09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E1C81-FC44-231B-48A2-7E971435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AD009-E6B8-40F7-C1D1-39EE5033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92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40E3-14E7-FEE9-8C0F-AC67DE71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8B05E-4104-7FCF-8DBE-9F74B6C83B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7D5D6-B09F-8D4C-4F74-3D8A725EB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A27F9-7CAE-227C-DFEA-7C8B23DB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6912D-CAEB-16D7-D9DC-A96A53A1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9B74A-9E5A-D042-D579-4474FB0B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9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64FE-B6CF-765D-C799-4F4C4D27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146FE-6091-ADF3-8F14-7D2A6ADD7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2A778-3DEC-A9B4-953B-5DDA10734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B352D-CD26-9C38-C2E9-9D26B1D8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A4DF9-0C01-9CED-3AE3-8E23A0F5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096EE-9F47-EB8C-87BA-34C609E09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BCFBC-6DC6-8521-D43F-9065D3BF5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D81B0-A130-51DB-AEB5-7211F360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3596-DE0E-9993-5037-AF575C5A3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F3A4-5553-0C93-2561-AE8F4C9C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096DD-1B86-5815-1B7F-40444DA9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98D6D-EE3C-9D0B-1FC7-734421E66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5D4F2-58E7-9F5A-EA59-74DCFC5A0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C7C01-A49B-9744-82F4-F25E7923580E}" type="datetimeFigureOut">
              <a:rPr lang="en-US" smtClean="0"/>
              <a:t>7/5/23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05A4C-0794-3F9A-CAEB-101796F18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A6D92-C6C0-AFFB-9199-39F659C4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6AD78-DF14-D641-BEF8-B4659C927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2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hanger, drone&#10;&#10;Description automatically generated with low confidence">
            <a:extLst>
              <a:ext uri="{FF2B5EF4-FFF2-40B4-BE49-F238E27FC236}">
                <a16:creationId xmlns:a16="http://schemas.microsoft.com/office/drawing/2014/main" id="{DD3CAFCF-A7F1-EB22-3466-70210FF681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51" t="14839" r="7211" b="12188"/>
          <a:stretch/>
        </p:blipFill>
        <p:spPr>
          <a:xfrm>
            <a:off x="519452" y="4476799"/>
            <a:ext cx="3630508" cy="1828800"/>
          </a:xfrm>
          <a:prstGeom prst="rect">
            <a:avLst/>
          </a:prstGeom>
        </p:spPr>
      </p:pic>
      <p:pic>
        <p:nvPicPr>
          <p:cNvPr id="7" name="Picture 6" descr="A picture containing drone&#10;&#10;Description automatically generated with low confidence">
            <a:extLst>
              <a:ext uri="{FF2B5EF4-FFF2-40B4-BE49-F238E27FC236}">
                <a16:creationId xmlns:a16="http://schemas.microsoft.com/office/drawing/2014/main" id="{F1DA87B2-C752-AD70-8246-8146D5E386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98" t="16337" r="7960" b="14474"/>
          <a:stretch/>
        </p:blipFill>
        <p:spPr>
          <a:xfrm>
            <a:off x="4059020" y="1263619"/>
            <a:ext cx="3829050" cy="1828800"/>
          </a:xfrm>
          <a:prstGeom prst="rect">
            <a:avLst/>
          </a:prstGeom>
        </p:spPr>
      </p:pic>
      <p:pic>
        <p:nvPicPr>
          <p:cNvPr id="9" name="Picture 8" descr="A picture containing hanger&#10;&#10;Description automatically generated">
            <a:extLst>
              <a:ext uri="{FF2B5EF4-FFF2-40B4-BE49-F238E27FC236}">
                <a16:creationId xmlns:a16="http://schemas.microsoft.com/office/drawing/2014/main" id="{D533D14C-5769-F515-A845-BC6256603C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058" t="13904" r="9020" b="13122"/>
          <a:stretch/>
        </p:blipFill>
        <p:spPr>
          <a:xfrm>
            <a:off x="4570995" y="4476799"/>
            <a:ext cx="3458940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C2695B-535C-024C-11C3-05AC698CDC4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653" t="12433" r="9286" b="10270"/>
          <a:stretch/>
        </p:blipFill>
        <p:spPr>
          <a:xfrm>
            <a:off x="8398418" y="1263619"/>
            <a:ext cx="3261145" cy="1828800"/>
          </a:xfrm>
          <a:prstGeom prst="rect">
            <a:avLst/>
          </a:prstGeom>
        </p:spPr>
      </p:pic>
      <p:pic>
        <p:nvPicPr>
          <p:cNvPr id="13" name="Picture 12" descr="A picture containing hanger&#10;&#10;Description automatically generated">
            <a:extLst>
              <a:ext uri="{FF2B5EF4-FFF2-40B4-BE49-F238E27FC236}">
                <a16:creationId xmlns:a16="http://schemas.microsoft.com/office/drawing/2014/main" id="{7E51BB5E-D55E-2363-B16D-DB01F71E856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766" t="12553" r="9311" b="14474"/>
          <a:stretch/>
        </p:blipFill>
        <p:spPr>
          <a:xfrm>
            <a:off x="8398418" y="4476799"/>
            <a:ext cx="3458938" cy="1828800"/>
          </a:xfrm>
          <a:prstGeom prst="rect">
            <a:avLst/>
          </a:prstGeom>
        </p:spPr>
      </p:pic>
      <p:pic>
        <p:nvPicPr>
          <p:cNvPr id="15" name="Picture 14" descr="A picture containing hanger&#10;&#10;Description automatically generated">
            <a:extLst>
              <a:ext uri="{FF2B5EF4-FFF2-40B4-BE49-F238E27FC236}">
                <a16:creationId xmlns:a16="http://schemas.microsoft.com/office/drawing/2014/main" id="{B604553B-B38B-B6DF-4F83-C6DBCF45DD2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565" r="7635" b="8965"/>
          <a:stretch/>
        </p:blipFill>
        <p:spPr>
          <a:xfrm>
            <a:off x="638468" y="1263619"/>
            <a:ext cx="2910205" cy="1828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F6FC6A-C1F8-CF14-1BEA-A74E8FF399E0}"/>
              </a:ext>
            </a:extLst>
          </p:cNvPr>
          <p:cNvSpPr txBox="1"/>
          <p:nvPr/>
        </p:nvSpPr>
        <p:spPr>
          <a:xfrm>
            <a:off x="454303" y="594955"/>
            <a:ext cx="342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Nitrogen-Oxygen Distance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2EB208-0095-4807-C2D9-9A44987FF571}"/>
              </a:ext>
            </a:extLst>
          </p:cNvPr>
          <p:cNvSpPr txBox="1"/>
          <p:nvPr/>
        </p:nvSpPr>
        <p:spPr>
          <a:xfrm>
            <a:off x="4663818" y="594955"/>
            <a:ext cx="2388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Centroid Distance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DD903D-FC67-B112-47B2-C28086C9771D}"/>
              </a:ext>
            </a:extLst>
          </p:cNvPr>
          <p:cNvSpPr txBox="1"/>
          <p:nvPr/>
        </p:nvSpPr>
        <p:spPr>
          <a:xfrm>
            <a:off x="8225515" y="594165"/>
            <a:ext cx="3804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Side Chain Centroid Distance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45A507-908D-AE0F-5549-62E6E5029702}"/>
              </a:ext>
            </a:extLst>
          </p:cNvPr>
          <p:cNvSpPr txBox="1"/>
          <p:nvPr/>
        </p:nvSpPr>
        <p:spPr>
          <a:xfrm>
            <a:off x="926463" y="3844150"/>
            <a:ext cx="2581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⍺-Carbon Distance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7FB97-30A5-3D5E-7D98-43D2FEDF5B76}"/>
              </a:ext>
            </a:extLst>
          </p:cNvPr>
          <p:cNvSpPr txBox="1"/>
          <p:nvPr/>
        </p:nvSpPr>
        <p:spPr>
          <a:xfrm>
            <a:off x="5009908" y="3844150"/>
            <a:ext cx="2581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Minimum Distance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A67F4F-8279-AE99-26B1-7EFAD907ED56}"/>
              </a:ext>
            </a:extLst>
          </p:cNvPr>
          <p:cNvSpPr txBox="1"/>
          <p:nvPr/>
        </p:nvSpPr>
        <p:spPr>
          <a:xfrm>
            <a:off x="8714262" y="3836510"/>
            <a:ext cx="273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Side Chain Distance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CC137-FF7E-C1E7-DDFD-B584D634E150}"/>
              </a:ext>
            </a:extLst>
          </p:cNvPr>
          <p:cNvSpPr txBox="1"/>
          <p:nvPr/>
        </p:nvSpPr>
        <p:spPr>
          <a:xfrm>
            <a:off x="139978" y="17154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31A8B-7DFA-1394-4B8A-D376E0EE2CD0}"/>
              </a:ext>
            </a:extLst>
          </p:cNvPr>
          <p:cNvSpPr txBox="1"/>
          <p:nvPr/>
        </p:nvSpPr>
        <p:spPr>
          <a:xfrm>
            <a:off x="139978" y="3403530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27D4C-58CE-CF83-B4BF-34AA90F68D2A}"/>
              </a:ext>
            </a:extLst>
          </p:cNvPr>
          <p:cNvSpPr txBox="1"/>
          <p:nvPr/>
        </p:nvSpPr>
        <p:spPr>
          <a:xfrm>
            <a:off x="4349493" y="17154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C407EC-3D93-4703-C28E-A11F666ACC47}"/>
              </a:ext>
            </a:extLst>
          </p:cNvPr>
          <p:cNvSpPr txBox="1"/>
          <p:nvPr/>
        </p:nvSpPr>
        <p:spPr>
          <a:xfrm>
            <a:off x="7930358" y="17154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4DA6D-54E6-7326-D4C2-9BBF42B08066}"/>
              </a:ext>
            </a:extLst>
          </p:cNvPr>
          <p:cNvSpPr txBox="1"/>
          <p:nvPr/>
        </p:nvSpPr>
        <p:spPr>
          <a:xfrm>
            <a:off x="4349493" y="3403529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248AD5-3C79-73FF-F858-17EB2903FD81}"/>
              </a:ext>
            </a:extLst>
          </p:cNvPr>
          <p:cNvSpPr txBox="1"/>
          <p:nvPr/>
        </p:nvSpPr>
        <p:spPr>
          <a:xfrm>
            <a:off x="8244683" y="3399051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69035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4543F06-DFBA-1BDD-5DB2-9AF2A498E4DB}"/>
              </a:ext>
            </a:extLst>
          </p:cNvPr>
          <p:cNvSpPr txBox="1"/>
          <p:nvPr/>
        </p:nvSpPr>
        <p:spPr>
          <a:xfrm>
            <a:off x="202742" y="231161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83534-E439-93F9-B141-1031EBECB93A}"/>
              </a:ext>
            </a:extLst>
          </p:cNvPr>
          <p:cNvSpPr txBox="1"/>
          <p:nvPr/>
        </p:nvSpPr>
        <p:spPr>
          <a:xfrm>
            <a:off x="3038043" y="231161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B7AA8-03EE-8ACF-47CB-254B85AEBB37}"/>
              </a:ext>
            </a:extLst>
          </p:cNvPr>
          <p:cNvSpPr txBox="1"/>
          <p:nvPr/>
        </p:nvSpPr>
        <p:spPr>
          <a:xfrm>
            <a:off x="5347147" y="231161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52AFC7-0664-DDC7-04F7-70D2AC9E071C}"/>
              </a:ext>
            </a:extLst>
          </p:cNvPr>
          <p:cNvSpPr txBox="1"/>
          <p:nvPr/>
        </p:nvSpPr>
        <p:spPr>
          <a:xfrm>
            <a:off x="6220783" y="908236"/>
            <a:ext cx="2537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Interface CTU </a:t>
            </a:r>
          </a:p>
          <a:p>
            <a:pPr algn="ctr"/>
            <a:r>
              <a:rPr lang="en-US" dirty="0"/>
              <a:t>Free Energy 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CB66A1-4979-30F7-F0A4-E137ADC6B3B3}"/>
              </a:ext>
            </a:extLst>
          </p:cNvPr>
          <p:cNvSpPr txBox="1"/>
          <p:nvPr/>
        </p:nvSpPr>
        <p:spPr>
          <a:xfrm>
            <a:off x="2849356" y="908236"/>
            <a:ext cx="244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CTU</a:t>
            </a:r>
          </a:p>
          <a:p>
            <a:pPr algn="ctr"/>
            <a:r>
              <a:rPr lang="en-US" dirty="0"/>
              <a:t>Free Energy Change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31A76-2BFE-A34E-DBEC-AB41B4E04117}"/>
              </a:ext>
            </a:extLst>
          </p:cNvPr>
          <p:cNvSpPr txBox="1"/>
          <p:nvPr/>
        </p:nvSpPr>
        <p:spPr>
          <a:xfrm>
            <a:off x="3476828" y="5817502"/>
            <a:ext cx="97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= 913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173C2-1B85-31B0-47A9-09BB937F946F}"/>
              </a:ext>
            </a:extLst>
          </p:cNvPr>
          <p:cNvSpPr txBox="1"/>
          <p:nvPr/>
        </p:nvSpPr>
        <p:spPr>
          <a:xfrm>
            <a:off x="6977865" y="5808304"/>
            <a:ext cx="97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= 82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FC9EB-241B-E5FC-D82B-E716E8D92817}"/>
              </a:ext>
            </a:extLst>
          </p:cNvPr>
          <p:cNvSpPr txBox="1"/>
          <p:nvPr/>
        </p:nvSpPr>
        <p:spPr>
          <a:xfrm>
            <a:off x="8226126" y="5808304"/>
            <a:ext cx="97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= 509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DD5FF-7A37-1C70-2C96-74EA0E985ED1}"/>
              </a:ext>
            </a:extLst>
          </p:cNvPr>
          <p:cNvSpPr txBox="1"/>
          <p:nvPr/>
        </p:nvSpPr>
        <p:spPr>
          <a:xfrm>
            <a:off x="9950724" y="5817502"/>
            <a:ext cx="97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= 41</a:t>
            </a:r>
          </a:p>
        </p:txBody>
      </p:sp>
      <p:pic>
        <p:nvPicPr>
          <p:cNvPr id="29" name="Picture 28" descr="A picture containing diagram, text, rectangle, line&#10;&#10;Description automatically generated">
            <a:extLst>
              <a:ext uri="{FF2B5EF4-FFF2-40B4-BE49-F238E27FC236}">
                <a16:creationId xmlns:a16="http://schemas.microsoft.com/office/drawing/2014/main" id="{93EE66B4-3363-30A3-2FFD-03A75A4B6A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59" r="3721" b="2156"/>
          <a:stretch/>
        </p:blipFill>
        <p:spPr>
          <a:xfrm>
            <a:off x="2638294" y="1702702"/>
            <a:ext cx="2404444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B73C9C-4CBD-C2B7-76FE-69D0CE1CCB27}"/>
              </a:ext>
            </a:extLst>
          </p:cNvPr>
          <p:cNvSpPr txBox="1"/>
          <p:nvPr/>
        </p:nvSpPr>
        <p:spPr>
          <a:xfrm>
            <a:off x="5720248" y="5808304"/>
            <a:ext cx="97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= 131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90A41-E548-5D09-5531-04A43EB141CD}"/>
              </a:ext>
            </a:extLst>
          </p:cNvPr>
          <p:cNvSpPr txBox="1"/>
          <p:nvPr/>
        </p:nvSpPr>
        <p:spPr>
          <a:xfrm>
            <a:off x="9827287" y="908236"/>
            <a:ext cx="2180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Non-interface CTU</a:t>
            </a:r>
          </a:p>
          <a:p>
            <a:pPr algn="ctr"/>
            <a:r>
              <a:rPr lang="en-US" dirty="0"/>
              <a:t>Free Energy Change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B0C997-7F17-31DC-55CE-04B381848866}"/>
              </a:ext>
            </a:extLst>
          </p:cNvPr>
          <p:cNvSpPr txBox="1"/>
          <p:nvPr/>
        </p:nvSpPr>
        <p:spPr>
          <a:xfrm>
            <a:off x="10923289" y="5817502"/>
            <a:ext cx="97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= 150</a:t>
            </a:r>
          </a:p>
        </p:txBody>
      </p:sp>
      <p:pic>
        <p:nvPicPr>
          <p:cNvPr id="3" name="Picture 2" descr="A picture containing text, diagram, screenshot, line&#10;&#10;Description automatically generated">
            <a:extLst>
              <a:ext uri="{FF2B5EF4-FFF2-40B4-BE49-F238E27FC236}">
                <a16:creationId xmlns:a16="http://schemas.microsoft.com/office/drawing/2014/main" id="{571E523B-63E9-BD84-FCAB-509E3D2B0F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32" r="1834"/>
          <a:stretch/>
        </p:blipFill>
        <p:spPr>
          <a:xfrm>
            <a:off x="102657" y="1702702"/>
            <a:ext cx="2404444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4CBFF6-A60B-494F-4748-9ADDAA07BA66}"/>
              </a:ext>
            </a:extLst>
          </p:cNvPr>
          <p:cNvSpPr txBox="1"/>
          <p:nvPr/>
        </p:nvSpPr>
        <p:spPr>
          <a:xfrm>
            <a:off x="1072384" y="5808304"/>
            <a:ext cx="97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 = 913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9F3F9E-C995-BA9B-97C5-B697F4BA1373}"/>
              </a:ext>
            </a:extLst>
          </p:cNvPr>
          <p:cNvSpPr txBox="1"/>
          <p:nvPr/>
        </p:nvSpPr>
        <p:spPr>
          <a:xfrm>
            <a:off x="371926" y="1185235"/>
            <a:ext cx="2362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CTU WT Free Energy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090618-FEB1-C5B9-82FC-55CD1EB92610}"/>
              </a:ext>
            </a:extLst>
          </p:cNvPr>
          <p:cNvSpPr txBox="1"/>
          <p:nvPr/>
        </p:nvSpPr>
        <p:spPr>
          <a:xfrm>
            <a:off x="9940671" y="231161"/>
            <a:ext cx="62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pic>
        <p:nvPicPr>
          <p:cNvPr id="9" name="Picture 8" descr="A picture containing diagram, rectangle, plan, technical drawing&#10;&#10;Description automatically generated">
            <a:extLst>
              <a:ext uri="{FF2B5EF4-FFF2-40B4-BE49-F238E27FC236}">
                <a16:creationId xmlns:a16="http://schemas.microsoft.com/office/drawing/2014/main" id="{F1E5B86A-39CB-954E-037F-12C52E3A28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11" r="2682"/>
          <a:stretch/>
        </p:blipFill>
        <p:spPr>
          <a:xfrm>
            <a:off x="5173931" y="1702702"/>
            <a:ext cx="4092186" cy="4114800"/>
          </a:xfrm>
          <a:prstGeom prst="rect">
            <a:avLst/>
          </a:prstGeom>
        </p:spPr>
      </p:pic>
      <p:pic>
        <p:nvPicPr>
          <p:cNvPr id="19" name="Picture 18" descr="A picture containing diagram, technical drawing, rectangle, plan&#10;&#10;Description automatically generated">
            <a:extLst>
              <a:ext uri="{FF2B5EF4-FFF2-40B4-BE49-F238E27FC236}">
                <a16:creationId xmlns:a16="http://schemas.microsoft.com/office/drawing/2014/main" id="{697FE493-EEC5-9488-7C68-D35CA9E8C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7310" y="1702702"/>
            <a:ext cx="257622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4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plot, diagram, line&#10;&#10;Description automatically generated">
            <a:extLst>
              <a:ext uri="{FF2B5EF4-FFF2-40B4-BE49-F238E27FC236}">
                <a16:creationId xmlns:a16="http://schemas.microsoft.com/office/drawing/2014/main" id="{8566290A-BC53-CE8D-C2B4-7DBF07C8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533400"/>
            <a:ext cx="11960352" cy="59801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3F0088-0660-31C6-85CF-54EF89B5E18A}"/>
              </a:ext>
            </a:extLst>
          </p:cNvPr>
          <p:cNvSpPr txBox="1"/>
          <p:nvPr/>
        </p:nvSpPr>
        <p:spPr>
          <a:xfrm>
            <a:off x="220942" y="57148"/>
            <a:ext cx="464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A18B1-4DD8-4741-8178-0DC05FA044E2}"/>
              </a:ext>
            </a:extLst>
          </p:cNvPr>
          <p:cNvSpPr txBox="1"/>
          <p:nvPr/>
        </p:nvSpPr>
        <p:spPr>
          <a:xfrm>
            <a:off x="4092851" y="3105834"/>
            <a:ext cx="464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A493A-6013-DBA4-6DC7-076B12ABF900}"/>
              </a:ext>
            </a:extLst>
          </p:cNvPr>
          <p:cNvSpPr txBox="1"/>
          <p:nvPr/>
        </p:nvSpPr>
        <p:spPr>
          <a:xfrm>
            <a:off x="220940" y="3105833"/>
            <a:ext cx="464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2D944-BC84-C85D-EFDD-B39D18393738}"/>
              </a:ext>
            </a:extLst>
          </p:cNvPr>
          <p:cNvSpPr txBox="1"/>
          <p:nvPr/>
        </p:nvSpPr>
        <p:spPr>
          <a:xfrm>
            <a:off x="8001412" y="3114672"/>
            <a:ext cx="464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205CCA-816B-6F82-1E5F-9C7361DB67B2}"/>
              </a:ext>
            </a:extLst>
          </p:cNvPr>
          <p:cNvSpPr txBox="1"/>
          <p:nvPr/>
        </p:nvSpPr>
        <p:spPr>
          <a:xfrm>
            <a:off x="4092851" y="57148"/>
            <a:ext cx="464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3F057-3DD9-A44B-3F9E-118189109BA6}"/>
              </a:ext>
            </a:extLst>
          </p:cNvPr>
          <p:cNvSpPr txBox="1"/>
          <p:nvPr/>
        </p:nvSpPr>
        <p:spPr>
          <a:xfrm>
            <a:off x="8001412" y="51698"/>
            <a:ext cx="464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570B10-088A-02AF-7D04-5DD92D9B090F}"/>
              </a:ext>
            </a:extLst>
          </p:cNvPr>
          <p:cNvSpPr txBox="1"/>
          <p:nvPr/>
        </p:nvSpPr>
        <p:spPr>
          <a:xfrm>
            <a:off x="997365" y="860780"/>
            <a:ext cx="12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5325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0D1F7-4423-35A5-40C7-5C14F1950F58}"/>
              </a:ext>
            </a:extLst>
          </p:cNvPr>
          <p:cNvSpPr txBox="1"/>
          <p:nvPr/>
        </p:nvSpPr>
        <p:spPr>
          <a:xfrm>
            <a:off x="997365" y="3674724"/>
            <a:ext cx="12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5325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3BB0D-D8FE-BDF0-3244-C79C75A28FE0}"/>
              </a:ext>
            </a:extLst>
          </p:cNvPr>
          <p:cNvSpPr txBox="1"/>
          <p:nvPr/>
        </p:nvSpPr>
        <p:spPr>
          <a:xfrm>
            <a:off x="4766883" y="860780"/>
            <a:ext cx="12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5325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A23E62-1360-8610-C690-855FD6F56F98}"/>
              </a:ext>
            </a:extLst>
          </p:cNvPr>
          <p:cNvSpPr txBox="1"/>
          <p:nvPr/>
        </p:nvSpPr>
        <p:spPr>
          <a:xfrm>
            <a:off x="4766883" y="3674724"/>
            <a:ext cx="12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5325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E2301-4F16-29A6-C048-F6AB31542C69}"/>
              </a:ext>
            </a:extLst>
          </p:cNvPr>
          <p:cNvSpPr txBox="1"/>
          <p:nvPr/>
        </p:nvSpPr>
        <p:spPr>
          <a:xfrm>
            <a:off x="8536401" y="860780"/>
            <a:ext cx="12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5325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9E689-BC31-1D7E-05BB-84B5430E6B1E}"/>
              </a:ext>
            </a:extLst>
          </p:cNvPr>
          <p:cNvSpPr txBox="1"/>
          <p:nvPr/>
        </p:nvSpPr>
        <p:spPr>
          <a:xfrm>
            <a:off x="8536401" y="3674724"/>
            <a:ext cx="1225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= 5325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09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51EAE332-19C6-7236-0CD2-CE0BFCF84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42" y="137160"/>
            <a:ext cx="9875519" cy="65836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183262-87FE-3112-A21F-59BFFABC68E3}"/>
              </a:ext>
            </a:extLst>
          </p:cNvPr>
          <p:cNvSpPr txBox="1"/>
          <p:nvPr/>
        </p:nvSpPr>
        <p:spPr>
          <a:xfrm>
            <a:off x="2153475" y="914399"/>
            <a:ext cx="60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91.0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26427-D9BA-8ED9-D8B7-88BDBAF57ED1}"/>
              </a:ext>
            </a:extLst>
          </p:cNvPr>
          <p:cNvSpPr txBox="1"/>
          <p:nvPr/>
        </p:nvSpPr>
        <p:spPr>
          <a:xfrm>
            <a:off x="6811616" y="3350350"/>
            <a:ext cx="61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66.8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F3631-6E28-FB06-3E89-4A5E1181038F}"/>
              </a:ext>
            </a:extLst>
          </p:cNvPr>
          <p:cNvSpPr txBox="1"/>
          <p:nvPr/>
        </p:nvSpPr>
        <p:spPr>
          <a:xfrm>
            <a:off x="2830997" y="1085813"/>
            <a:ext cx="63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89.4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FA052-E6C2-7AEF-898A-01B2D6AAF50B}"/>
              </a:ext>
            </a:extLst>
          </p:cNvPr>
          <p:cNvSpPr txBox="1"/>
          <p:nvPr/>
        </p:nvSpPr>
        <p:spPr>
          <a:xfrm>
            <a:off x="7507355" y="2919654"/>
            <a:ext cx="61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71.1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0D66B-08F1-8200-49D9-BA6494ACDFA4}"/>
              </a:ext>
            </a:extLst>
          </p:cNvPr>
          <p:cNvSpPr txBox="1"/>
          <p:nvPr/>
        </p:nvSpPr>
        <p:spPr>
          <a:xfrm>
            <a:off x="3526736" y="769489"/>
            <a:ext cx="63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92.4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11F336-6C21-1AF1-ECAD-2F69E04A066A}"/>
              </a:ext>
            </a:extLst>
          </p:cNvPr>
          <p:cNvSpPr txBox="1"/>
          <p:nvPr/>
        </p:nvSpPr>
        <p:spPr>
          <a:xfrm>
            <a:off x="8189842" y="4516541"/>
            <a:ext cx="61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55.0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C9A29-0B84-4BB2-F482-B5807D2FC717}"/>
              </a:ext>
            </a:extLst>
          </p:cNvPr>
          <p:cNvSpPr txBox="1"/>
          <p:nvPr/>
        </p:nvSpPr>
        <p:spPr>
          <a:xfrm>
            <a:off x="4248981" y="1205081"/>
            <a:ext cx="60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88.0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6F62C8-B56D-0786-89FA-8C6C8893E476}"/>
              </a:ext>
            </a:extLst>
          </p:cNvPr>
          <p:cNvSpPr txBox="1"/>
          <p:nvPr/>
        </p:nvSpPr>
        <p:spPr>
          <a:xfrm>
            <a:off x="8905954" y="3059668"/>
            <a:ext cx="61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F5A981-9040-902D-C700-93E8F92B6123}"/>
              </a:ext>
            </a:extLst>
          </p:cNvPr>
          <p:cNvSpPr txBox="1"/>
          <p:nvPr/>
        </p:nvSpPr>
        <p:spPr>
          <a:xfrm>
            <a:off x="4971224" y="1138821"/>
            <a:ext cx="63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88.5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A4C25-9A4F-A616-06C1-43A8DC99D8AD}"/>
              </a:ext>
            </a:extLst>
          </p:cNvPr>
          <p:cNvSpPr txBox="1"/>
          <p:nvPr/>
        </p:nvSpPr>
        <p:spPr>
          <a:xfrm>
            <a:off x="9608812" y="2824441"/>
            <a:ext cx="61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72.2</a:t>
            </a:r>
          </a:p>
        </p:txBody>
      </p:sp>
    </p:spTree>
    <p:extLst>
      <p:ext uri="{BB962C8B-B14F-4D97-AF65-F5344CB8AC3E}">
        <p14:creationId xmlns:p14="http://schemas.microsoft.com/office/powerpoint/2010/main" val="126230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iagram, technical drawing, line, plan&#10;&#10;Description automatically generated">
            <a:extLst>
              <a:ext uri="{FF2B5EF4-FFF2-40B4-BE49-F238E27FC236}">
                <a16:creationId xmlns:a16="http://schemas.microsoft.com/office/drawing/2014/main" id="{326ADC2A-CF18-8C88-1E73-E0EA56063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88"/>
            <a:ext cx="0" cy="0"/>
          </a:xfrm>
          <a:prstGeom prst="rect">
            <a:avLst/>
          </a:prstGeom>
        </p:spPr>
      </p:pic>
      <p:pic>
        <p:nvPicPr>
          <p:cNvPr id="4" name="Picture 3" descr="A diagram of a number of boxes&#10;&#10;Description automatically generated">
            <a:extLst>
              <a:ext uri="{FF2B5EF4-FFF2-40B4-BE49-F238E27FC236}">
                <a16:creationId xmlns:a16="http://schemas.microsoft.com/office/drawing/2014/main" id="{75BD9F57-BCA0-3461-35DD-0E05CB9CE1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32" b="2222"/>
          <a:stretch/>
        </p:blipFill>
        <p:spPr>
          <a:xfrm>
            <a:off x="0" y="0"/>
            <a:ext cx="11449879" cy="65730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75EDBD-5206-6A14-D4AF-9841769DD0E0}"/>
              </a:ext>
            </a:extLst>
          </p:cNvPr>
          <p:cNvSpPr txBox="1"/>
          <p:nvPr/>
        </p:nvSpPr>
        <p:spPr>
          <a:xfrm>
            <a:off x="1530626" y="6488668"/>
            <a:ext cx="1172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4720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F8F94E-E9D6-9073-4F39-BB1746F7E93A}"/>
              </a:ext>
            </a:extLst>
          </p:cNvPr>
          <p:cNvSpPr txBox="1"/>
          <p:nvPr/>
        </p:nvSpPr>
        <p:spPr>
          <a:xfrm>
            <a:off x="3647662" y="6488668"/>
            <a:ext cx="1172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4641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0009A-8D2A-8337-D3E8-741EA3544A79}"/>
              </a:ext>
            </a:extLst>
          </p:cNvPr>
          <p:cNvSpPr txBox="1"/>
          <p:nvPr/>
        </p:nvSpPr>
        <p:spPr>
          <a:xfrm>
            <a:off x="5658681" y="6488668"/>
            <a:ext cx="1172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4798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F8F20-34A9-EFBF-83DD-C59241089358}"/>
              </a:ext>
            </a:extLst>
          </p:cNvPr>
          <p:cNvSpPr txBox="1"/>
          <p:nvPr/>
        </p:nvSpPr>
        <p:spPr>
          <a:xfrm>
            <a:off x="7709456" y="6488668"/>
            <a:ext cx="1172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4569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EFA06-78ED-82F8-8B5C-68A180060ABE}"/>
              </a:ext>
            </a:extLst>
          </p:cNvPr>
          <p:cNvSpPr txBox="1"/>
          <p:nvPr/>
        </p:nvSpPr>
        <p:spPr>
          <a:xfrm>
            <a:off x="9707224" y="6488668"/>
            <a:ext cx="1172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= 4594</a:t>
            </a:r>
          </a:p>
        </p:txBody>
      </p:sp>
    </p:spTree>
    <p:extLst>
      <p:ext uri="{BB962C8B-B14F-4D97-AF65-F5344CB8AC3E}">
        <p14:creationId xmlns:p14="http://schemas.microsoft.com/office/powerpoint/2010/main" val="162199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ardrop 3">
            <a:extLst>
              <a:ext uri="{FF2B5EF4-FFF2-40B4-BE49-F238E27FC236}">
                <a16:creationId xmlns:a16="http://schemas.microsoft.com/office/drawing/2014/main" id="{7607FD73-08CD-3EFC-15CB-C0BCAA3FED19}"/>
              </a:ext>
            </a:extLst>
          </p:cNvPr>
          <p:cNvSpPr/>
          <p:nvPr/>
        </p:nvSpPr>
        <p:spPr>
          <a:xfrm rot="8053695">
            <a:off x="2099444" y="54946"/>
            <a:ext cx="3813828" cy="3813828"/>
          </a:xfrm>
          <a:prstGeom prst="teardrop">
            <a:avLst>
              <a:gd name="adj" fmla="val 100225"/>
            </a:avLst>
          </a:prstGeom>
          <a:solidFill>
            <a:schemeClr val="bg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AD724F15-2B82-DE02-0B37-0976DCF7F20B}"/>
              </a:ext>
            </a:extLst>
          </p:cNvPr>
          <p:cNvSpPr/>
          <p:nvPr/>
        </p:nvSpPr>
        <p:spPr>
          <a:xfrm rot="18814292">
            <a:off x="2255557" y="3157953"/>
            <a:ext cx="3543414" cy="3707727"/>
          </a:xfrm>
          <a:prstGeom prst="teardrop">
            <a:avLst>
              <a:gd name="adj" fmla="val 0"/>
            </a:avLst>
          </a:prstGeom>
          <a:solidFill>
            <a:schemeClr val="bg2">
              <a:lumMod val="25000"/>
              <a:alpha val="4902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390B22-AD47-D245-1DE9-3B0287C0331E}"/>
              </a:ext>
            </a:extLst>
          </p:cNvPr>
          <p:cNvSpPr>
            <a:spLocks noChangeAspect="1"/>
          </p:cNvSpPr>
          <p:nvPr/>
        </p:nvSpPr>
        <p:spPr>
          <a:xfrm>
            <a:off x="3755415" y="3776040"/>
            <a:ext cx="548640" cy="54864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FE0A5C-F1C4-9D10-DEB0-A3DACD5AD54D}"/>
              </a:ext>
            </a:extLst>
          </p:cNvPr>
          <p:cNvSpPr>
            <a:spLocks noChangeAspect="1"/>
          </p:cNvSpPr>
          <p:nvPr/>
        </p:nvSpPr>
        <p:spPr>
          <a:xfrm>
            <a:off x="3004714" y="3939832"/>
            <a:ext cx="548640" cy="548640"/>
          </a:xfrm>
          <a:prstGeom prst="roundRect">
            <a:avLst/>
          </a:prstGeom>
          <a:solidFill>
            <a:srgbClr val="4472C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55FEE7-F38A-0F85-9F2D-9544641A8819}"/>
              </a:ext>
            </a:extLst>
          </p:cNvPr>
          <p:cNvSpPr>
            <a:spLocks noChangeAspect="1"/>
          </p:cNvSpPr>
          <p:nvPr/>
        </p:nvSpPr>
        <p:spPr>
          <a:xfrm>
            <a:off x="3995932" y="4808844"/>
            <a:ext cx="548640" cy="548640"/>
          </a:xfrm>
          <a:prstGeom prst="roundRect">
            <a:avLst/>
          </a:prstGeom>
          <a:solidFill>
            <a:srgbClr val="4472C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D74D4E-AEA5-0B33-58D5-39F198FA76AB}"/>
              </a:ext>
            </a:extLst>
          </p:cNvPr>
          <p:cNvSpPr>
            <a:spLocks noChangeAspect="1"/>
          </p:cNvSpPr>
          <p:nvPr/>
        </p:nvSpPr>
        <p:spPr>
          <a:xfrm>
            <a:off x="4593020" y="4031592"/>
            <a:ext cx="548640" cy="548640"/>
          </a:xfrm>
          <a:prstGeom prst="round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C1F4F-60C5-E0D3-815B-0757CA4CE1CE}"/>
              </a:ext>
            </a:extLst>
          </p:cNvPr>
          <p:cNvSpPr txBox="1"/>
          <p:nvPr/>
        </p:nvSpPr>
        <p:spPr>
          <a:xfrm>
            <a:off x="3855093" y="3730619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ECA41-C51B-72CF-7B60-38780F43F743}"/>
              </a:ext>
            </a:extLst>
          </p:cNvPr>
          <p:cNvSpPr txBox="1"/>
          <p:nvPr/>
        </p:nvSpPr>
        <p:spPr>
          <a:xfrm>
            <a:off x="3069615" y="3876687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4586C-A777-A49E-95C1-A84F4F8E64E3}"/>
              </a:ext>
            </a:extLst>
          </p:cNvPr>
          <p:cNvSpPr txBox="1"/>
          <p:nvPr/>
        </p:nvSpPr>
        <p:spPr>
          <a:xfrm>
            <a:off x="4054357" y="4759999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570136-D4BB-9FBF-0471-A618AC0AB32C}"/>
              </a:ext>
            </a:extLst>
          </p:cNvPr>
          <p:cNvSpPr txBox="1"/>
          <p:nvPr/>
        </p:nvSpPr>
        <p:spPr>
          <a:xfrm>
            <a:off x="4630919" y="3972427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A54B75-89C9-D5ED-81D6-178679917E7D}"/>
              </a:ext>
            </a:extLst>
          </p:cNvPr>
          <p:cNvCxnSpPr>
            <a:stCxn id="7" idx="3"/>
            <a:endCxn id="6" idx="1"/>
          </p:cNvCxnSpPr>
          <p:nvPr/>
        </p:nvCxnSpPr>
        <p:spPr>
          <a:xfrm flipV="1">
            <a:off x="3553354" y="4050360"/>
            <a:ext cx="202061" cy="163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91923F-42BB-40A7-DE2D-B7A361B07804}"/>
              </a:ext>
            </a:extLst>
          </p:cNvPr>
          <p:cNvCxnSpPr>
            <a:cxnSpLocks/>
          </p:cNvCxnSpPr>
          <p:nvPr/>
        </p:nvCxnSpPr>
        <p:spPr>
          <a:xfrm>
            <a:off x="4304055" y="4017237"/>
            <a:ext cx="280925" cy="2246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2023AA6-2FDA-7994-42C5-73F6584AF31F}"/>
              </a:ext>
            </a:extLst>
          </p:cNvPr>
          <p:cNvSpPr/>
          <p:nvPr/>
        </p:nvSpPr>
        <p:spPr>
          <a:xfrm>
            <a:off x="2273646" y="3668833"/>
            <a:ext cx="3482519" cy="1811639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425A34-62F8-8826-C47D-5EBF16025903}"/>
              </a:ext>
            </a:extLst>
          </p:cNvPr>
          <p:cNvSpPr txBox="1"/>
          <p:nvPr/>
        </p:nvSpPr>
        <p:spPr>
          <a:xfrm>
            <a:off x="2691964" y="3162661"/>
            <a:ext cx="2657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Interfacial Residues</a:t>
            </a:r>
          </a:p>
        </p:txBody>
      </p:sp>
      <p:sp>
        <p:nvSpPr>
          <p:cNvPr id="18" name="Teardrop 17">
            <a:extLst>
              <a:ext uri="{FF2B5EF4-FFF2-40B4-BE49-F238E27FC236}">
                <a16:creationId xmlns:a16="http://schemas.microsoft.com/office/drawing/2014/main" id="{DC04418A-E82D-8854-FAF5-07EBFEA0462F}"/>
              </a:ext>
            </a:extLst>
          </p:cNvPr>
          <p:cNvSpPr/>
          <p:nvPr/>
        </p:nvSpPr>
        <p:spPr>
          <a:xfrm rot="8053695">
            <a:off x="6120821" y="54945"/>
            <a:ext cx="3813828" cy="3813828"/>
          </a:xfrm>
          <a:prstGeom prst="teardrop">
            <a:avLst>
              <a:gd name="adj" fmla="val 100225"/>
            </a:avLst>
          </a:prstGeom>
          <a:solidFill>
            <a:schemeClr val="bg2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ardrop 18">
            <a:extLst>
              <a:ext uri="{FF2B5EF4-FFF2-40B4-BE49-F238E27FC236}">
                <a16:creationId xmlns:a16="http://schemas.microsoft.com/office/drawing/2014/main" id="{EE44B633-4239-9030-33F2-B2E0A11CA532}"/>
              </a:ext>
            </a:extLst>
          </p:cNvPr>
          <p:cNvSpPr/>
          <p:nvPr/>
        </p:nvSpPr>
        <p:spPr>
          <a:xfrm rot="18814292">
            <a:off x="6301648" y="3145595"/>
            <a:ext cx="3543414" cy="3707727"/>
          </a:xfrm>
          <a:prstGeom prst="teardrop">
            <a:avLst>
              <a:gd name="adj" fmla="val 0"/>
            </a:avLst>
          </a:prstGeom>
          <a:solidFill>
            <a:schemeClr val="bg2">
              <a:lumMod val="25000"/>
              <a:alpha val="4902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3249D3-A4CA-4C0C-2CDD-7CFD5586A717}"/>
              </a:ext>
            </a:extLst>
          </p:cNvPr>
          <p:cNvCxnSpPr>
            <a:cxnSpLocks/>
          </p:cNvCxnSpPr>
          <p:nvPr/>
        </p:nvCxnSpPr>
        <p:spPr>
          <a:xfrm>
            <a:off x="7051971" y="3354025"/>
            <a:ext cx="236784" cy="21786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AB2F17-3043-B8B8-33FD-06878535089D}"/>
              </a:ext>
            </a:extLst>
          </p:cNvPr>
          <p:cNvCxnSpPr>
            <a:cxnSpLocks/>
          </p:cNvCxnSpPr>
          <p:nvPr/>
        </p:nvCxnSpPr>
        <p:spPr>
          <a:xfrm flipH="1">
            <a:off x="7288755" y="3039637"/>
            <a:ext cx="514031" cy="54195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7517AA-B4E1-1C69-0369-F68E4CAA9163}"/>
              </a:ext>
            </a:extLst>
          </p:cNvPr>
          <p:cNvSpPr txBox="1"/>
          <p:nvPr/>
        </p:nvSpPr>
        <p:spPr>
          <a:xfrm>
            <a:off x="2708027" y="1390203"/>
            <a:ext cx="2596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C53A55-E21B-8362-3786-0094410FC680}"/>
              </a:ext>
            </a:extLst>
          </p:cNvPr>
          <p:cNvSpPr txBox="1"/>
          <p:nvPr/>
        </p:nvSpPr>
        <p:spPr>
          <a:xfrm>
            <a:off x="3094135" y="5513843"/>
            <a:ext cx="2026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Query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EA7E97-B81A-F461-5F5A-5D6DCF99E44C}"/>
              </a:ext>
            </a:extLst>
          </p:cNvPr>
          <p:cNvSpPr txBox="1"/>
          <p:nvPr/>
        </p:nvSpPr>
        <p:spPr>
          <a:xfrm>
            <a:off x="1890588" y="266904"/>
            <a:ext cx="481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C749F5-48F2-9A8E-5802-56351CDB0BE3}"/>
              </a:ext>
            </a:extLst>
          </p:cNvPr>
          <p:cNvSpPr txBox="1"/>
          <p:nvPr/>
        </p:nvSpPr>
        <p:spPr>
          <a:xfrm>
            <a:off x="5855043" y="266903"/>
            <a:ext cx="481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83B838-DB1B-5E24-FD25-1AFE73E1ED72}"/>
              </a:ext>
            </a:extLst>
          </p:cNvPr>
          <p:cNvSpPr txBox="1"/>
          <p:nvPr/>
        </p:nvSpPr>
        <p:spPr>
          <a:xfrm>
            <a:off x="6775024" y="1390203"/>
            <a:ext cx="2596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B2C95-F9FE-7DB2-72D2-03171484144C}"/>
              </a:ext>
            </a:extLst>
          </p:cNvPr>
          <p:cNvSpPr txBox="1"/>
          <p:nvPr/>
        </p:nvSpPr>
        <p:spPr>
          <a:xfrm>
            <a:off x="7060345" y="5513843"/>
            <a:ext cx="2026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Query</a:t>
            </a:r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F2210CBB-75F8-23A3-EAB1-5215E960D582}"/>
              </a:ext>
            </a:extLst>
          </p:cNvPr>
          <p:cNvSpPr/>
          <p:nvPr/>
        </p:nvSpPr>
        <p:spPr>
          <a:xfrm rot="2765522">
            <a:off x="8427168" y="2985572"/>
            <a:ext cx="668651" cy="668651"/>
          </a:xfrm>
          <a:prstGeom prst="plus">
            <a:avLst>
              <a:gd name="adj" fmla="val 40658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85FFF0A-769E-CC1F-FE20-3F3F8D86C89B}"/>
              </a:ext>
            </a:extLst>
          </p:cNvPr>
          <p:cNvSpPr>
            <a:spLocks noChangeAspect="1"/>
          </p:cNvSpPr>
          <p:nvPr/>
        </p:nvSpPr>
        <p:spPr>
          <a:xfrm>
            <a:off x="7775489" y="3755444"/>
            <a:ext cx="548640" cy="54864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D974FE7-A2BE-88A1-25E7-7E76B0DD26B6}"/>
              </a:ext>
            </a:extLst>
          </p:cNvPr>
          <p:cNvSpPr>
            <a:spLocks noChangeAspect="1"/>
          </p:cNvSpPr>
          <p:nvPr/>
        </p:nvSpPr>
        <p:spPr>
          <a:xfrm>
            <a:off x="7024788" y="3919236"/>
            <a:ext cx="548640" cy="548640"/>
          </a:xfrm>
          <a:prstGeom prst="roundRect">
            <a:avLst/>
          </a:prstGeom>
          <a:solidFill>
            <a:srgbClr val="4472C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D71829B-6841-6B16-6978-05346CBF6ECE}"/>
              </a:ext>
            </a:extLst>
          </p:cNvPr>
          <p:cNvSpPr>
            <a:spLocks noChangeAspect="1"/>
          </p:cNvSpPr>
          <p:nvPr/>
        </p:nvSpPr>
        <p:spPr>
          <a:xfrm>
            <a:off x="8600737" y="4072781"/>
            <a:ext cx="548640" cy="548640"/>
          </a:xfrm>
          <a:prstGeom prst="round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80F2D-ABFC-29BF-F2A0-CEDEAEBBBBDD}"/>
              </a:ext>
            </a:extLst>
          </p:cNvPr>
          <p:cNvSpPr txBox="1"/>
          <p:nvPr/>
        </p:nvSpPr>
        <p:spPr>
          <a:xfrm>
            <a:off x="7875167" y="3710023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E5AB85-EB8E-EDC3-727A-0030C640293D}"/>
              </a:ext>
            </a:extLst>
          </p:cNvPr>
          <p:cNvSpPr txBox="1"/>
          <p:nvPr/>
        </p:nvSpPr>
        <p:spPr>
          <a:xfrm>
            <a:off x="7089689" y="3856091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FDDB5D-39ED-F175-5B76-896E7687C7E9}"/>
              </a:ext>
            </a:extLst>
          </p:cNvPr>
          <p:cNvSpPr txBox="1"/>
          <p:nvPr/>
        </p:nvSpPr>
        <p:spPr>
          <a:xfrm>
            <a:off x="8638636" y="4013616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659888-99F9-249B-BFF0-9CDB398C754F}"/>
              </a:ext>
            </a:extLst>
          </p:cNvPr>
          <p:cNvCxnSpPr/>
          <p:nvPr/>
        </p:nvCxnSpPr>
        <p:spPr>
          <a:xfrm flipV="1">
            <a:off x="7561075" y="4079191"/>
            <a:ext cx="202061" cy="163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951080D-39E0-4604-91F2-CD44762742E0}"/>
              </a:ext>
            </a:extLst>
          </p:cNvPr>
          <p:cNvCxnSpPr>
            <a:cxnSpLocks/>
          </p:cNvCxnSpPr>
          <p:nvPr/>
        </p:nvCxnSpPr>
        <p:spPr>
          <a:xfrm>
            <a:off x="8324130" y="3971925"/>
            <a:ext cx="280925" cy="2246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BDE573E-4719-ACDD-4197-2F583B8AC949}"/>
              </a:ext>
            </a:extLst>
          </p:cNvPr>
          <p:cNvSpPr>
            <a:spLocks noChangeAspect="1"/>
          </p:cNvSpPr>
          <p:nvPr/>
        </p:nvSpPr>
        <p:spPr>
          <a:xfrm>
            <a:off x="8070919" y="4826031"/>
            <a:ext cx="548640" cy="548640"/>
          </a:xfrm>
          <a:prstGeom prst="roundRect">
            <a:avLst/>
          </a:prstGeom>
          <a:solidFill>
            <a:srgbClr val="4472C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5A8420-D58B-ABA2-8491-DFE18EA8FB68}"/>
              </a:ext>
            </a:extLst>
          </p:cNvPr>
          <p:cNvSpPr txBox="1"/>
          <p:nvPr/>
        </p:nvSpPr>
        <p:spPr>
          <a:xfrm>
            <a:off x="8129344" y="4777186"/>
            <a:ext cx="46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E7F1951-1F05-6A23-BF98-933793AEC412}"/>
              </a:ext>
            </a:extLst>
          </p:cNvPr>
          <p:cNvCxnSpPr>
            <a:cxnSpLocks/>
          </p:cNvCxnSpPr>
          <p:nvPr/>
        </p:nvCxnSpPr>
        <p:spPr>
          <a:xfrm flipV="1">
            <a:off x="8600737" y="4656752"/>
            <a:ext cx="114121" cy="169279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696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11149</TotalTime>
  <Words>133</Words>
  <Application>Microsoft Macintosh PowerPoint</Application>
  <PresentationFormat>Widescreen</PresentationFormat>
  <Paragraphs>74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Sanchez, Jason E</dc:creator>
  <cp:lastModifiedBy>Sanchez, Jason E</cp:lastModifiedBy>
  <cp:revision>13</cp:revision>
  <dcterms:created xsi:type="dcterms:W3CDTF">2023-06-01T21:13:06Z</dcterms:created>
  <dcterms:modified xsi:type="dcterms:W3CDTF">2023-07-05T22:00:45Z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2023-06-02T04:58:41Z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23f1e359-d31b-455d-b4b6-14ae305aeaa2</vt:lpwstr>
  </property>
  <property fmtid="{D5CDD505-2E9C-101B-9397-08002B2CF9AE}" pid="8" name="MSIP_Label_b73649dc-6fee-4eb8-a128-734c3c842ea8_ContentBits">
    <vt:lpwstr>0</vt:lpwstr>
  </property>
</Properties>
</file>